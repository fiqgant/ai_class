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ID (LBPH) — Webcam → Eval Holdout → Deploy Streamlit (Realtime)</dc:title>
  <dc:subject>Deteksi &amp; identifikasi wajah per nama; dataset dari webcam; evaluasi sederhana; deploy web realtime (Streamlit)</dc:subject>
  <dc:creator>Created by Marp</dc:creator>
  <cp:lastModifiedBy>Created by Marp</cp:lastModifiedBy>
  <cp:revision>1</cp:revision>
  <dcterms:created xsi:type="dcterms:W3CDTF">2025-11-04T01:23:48Z</dcterms:created>
  <dcterms:modified xsi:type="dcterms:W3CDTF">2025-11-04T01:23:48Z</dcterms:modified>
</cp:coreProperties>
</file>